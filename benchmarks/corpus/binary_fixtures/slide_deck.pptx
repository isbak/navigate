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Navigate platform consists of four main components:</a:t>
            </a:r>
          </a:p>
          <a:p>
            <a:r>
              <a:t>• Scanner: file system discovery</a:t>
            </a:r>
          </a:p>
          <a:p>
            <a:r>
              <a:t>• Extractor: text and link extraction</a:t>
            </a:r>
          </a:p>
          <a:p>
            <a:r>
              <a:t>• Classifier: LLM-based knowledge graph construction</a:t>
            </a:r>
          </a:p>
          <a:p>
            <a:r>
              <a:t>• API: REST interface for downstream consumers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extraction pipeline supports multiple modes:</a:t>
            </a:r>
          </a:p>
          <a:p>
            <a:r>
              <a:t>fast — text-only, no API calls</a:t>
            </a:r>
          </a:p>
          <a:p>
            <a:r>
              <a:t>enhanced — MarkItDown for office formats</a:t>
            </a:r>
          </a:p>
          <a:p>
            <a:r>
              <a:t>docling — IBM Docling for superior PDF quality</a:t>
            </a:r>
          </a:p>
          <a:p>
            <a:r>
              <a:t>high-quality — Claude vision for equations and scans</a:t>
            </a:r>
          </a:p>
          <a:p/>
          <a:p>
            <a:r>
              <a:t>See https://docs.example.com/extraction for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